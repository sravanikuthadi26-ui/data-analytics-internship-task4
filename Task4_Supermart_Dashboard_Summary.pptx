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</a:defRPr>
            </a:pPr>
            <a:r>
              <a:t>TASK 4 |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E0F0F3"/>
                </a:solidFill>
              </a:defRPr>
            </a:pPr>
            <a:r>
              <a:t>Supermart Grocery Sales\nInteractive Tableau Dashboard &amp; Business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Data Analyst Internship  •  Dataset period: 2015–2018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A snapshot of sales performance from the supplied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00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A646E"/>
                </a:solidFill>
              </a:defRPr>
            </a:pPr>
            <a: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9304D"/>
                </a:solidFill>
              </a:defRPr>
            </a:pPr>
            <a:r>
              <a:t>₹14,956,982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5603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00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A646E"/>
                </a:solidFill>
              </a:defRPr>
            </a:pPr>
            <a: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9304D"/>
                </a:solidFill>
              </a:defRPr>
            </a:pPr>
            <a:r>
              <a:t>₹3,747,121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25603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00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A646E"/>
                </a:solidFill>
              </a:defRPr>
            </a:pPr>
            <a: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9304D"/>
                </a:solidFill>
              </a:defRPr>
            </a:pPr>
            <a:r>
              <a:t>9,994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08760"/>
            <a:ext cx="25603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00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A646E"/>
                </a:solidFill>
              </a:defRPr>
            </a:pPr>
            <a:r>
              <a:t>PROFIT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9304D"/>
                </a:solidFill>
              </a:defRPr>
            </a:pPr>
            <a:r>
              <a:t>25.1%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9,994 transaction rows across 50 customers and 7 product categories.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Date coverage: 02 Jan 2015 to 30 Dec 2018.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Average sales per order: ₹1,497.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The dataset contains one state (Tamil Nadu); state-level comparisons are therefore not meaningful.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Sales and profit vary modestly across the seven categories</a:t>
            </a:r>
          </a:p>
        </p:txBody>
      </p:sp>
      <p:pic>
        <p:nvPicPr>
          <p:cNvPr id="5" name="Picture 4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669280" cy="2942285"/>
          </a:xfrm>
          <a:prstGeom prst="rect">
            <a:avLst/>
          </a:prstGeom>
        </p:spPr>
      </p:pic>
      <p:pic>
        <p:nvPicPr>
          <p:cNvPr id="6" name="Picture 5" descr="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86400" cy="2847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78B"/>
                </a:solidFill>
              </a:defRPr>
            </a:pPr>
            <a:r>
              <a:t>Top sales category: Eggs, Meat &amp; Fish (₹2,267,401)  |  Highest profit category: Snacks (₹568,179)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West and East contribute the largest shares of sales</a:t>
            </a:r>
          </a:p>
        </p:txBody>
      </p:sp>
      <p:pic>
        <p:nvPicPr>
          <p:cNvPr id="5" name="Picture 4" descr="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3179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6002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West: ₹4,798,743 sales and ₹1,192,005 profit.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East: ₹4,248,368 sales and ₹1,074,346 profit.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Central: ₹3,468,156 sales.</a:t>
            </a:r>
          </a:p>
          <a:p>
            <a:pPr>
              <a:spcAft>
                <a:spcPts val="800"/>
              </a:spcAft>
              <a:defRPr sz="1700" b="0">
                <a:solidFill>
                  <a:srgbClr val="19304D"/>
                </a:solidFill>
              </a:defRPr>
            </a:pPr>
            <a:r>
              <a:t>• South and North are much smaller in this dataset; North has only one record, so avoid over-interpreting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Time-Series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Monthly sales trend across the available four-year period</a:t>
            </a:r>
          </a:p>
        </p:txBody>
      </p:sp>
      <p:pic>
        <p:nvPicPr>
          <p:cNvPr id="5" name="Picture 4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5097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78B"/>
                </a:solidFill>
              </a:defRPr>
            </a:pPr>
            <a:r>
              <a:t>Highest monthly sales: 2018-09 (₹589,384). Use year/month filters to investigate seasonal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Actions suggested by the observed dataset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1. Protect category leaders: Eggs, Meat &amp; Fish has the highest total sales; monitor stock availability and campaign performance.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2. Replicate strong regional practices: West leads sales, followed by East; compare category mix and customer behaviour in these regions.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3. Track profitability, not just sales: overall profit margin is 25.1%; use category and region filters to identify margin differences.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4. Review monthly peaks: compare high-sales months with promotions, inventory and fulfilment data before attributing causes.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5. Improve geographic coverage: the dataset contains only Tamil Nadu, so broader state-level conclusions require more data.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Note: these are descriptive findings; the dataset does not include marketing spend, inventory, or causal variables.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Dashboard Layout &amp; Interactivity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Recommended Tableau dashboard controls and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KPI cards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Total Sales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Total Profit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Order Count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Profit Margin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Charts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Monthly sales trend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Sales by category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Profit by category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Sales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Filters / slicers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Order Date (year/month)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Region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Category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Sub-Category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Interactions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Filter actions from charts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Hover tooltips for exact values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Click-to-filter category/region</a:t>
            </a:r>
          </a:p>
          <a:p>
            <a:pPr>
              <a:spcAft>
                <a:spcPts val="800"/>
              </a:spcAft>
              <a:defRPr sz="1600" b="0">
                <a:solidFill>
                  <a:srgbClr val="19304D"/>
                </a:solidFill>
              </a:defRPr>
            </a:pPr>
            <a:r>
              <a:t>• Reset filters control (if available)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D"/>
                </a:solidFill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</a:defRPr>
            </a:pPr>
            <a:r>
              <a:t>Based on the supplied Task 4 brief and original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Source: Supermart Grocery Sales dataset supplied with Task 4.</a:t>
            </a:r>
          </a:p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Rows: 9,994 | Columns: 11 | Date range: 2015-01-02 to 2018-12-30</a:t>
            </a:r>
          </a:p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Measures calculated: Sales total, Profit total, distinct Order ID count, distinct Customer Name count, profit margin (Profit ÷ Sales), monthly and category/region aggregates.</a:t>
            </a:r>
          </a:p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Dashboard requirements follow the brief: KPIs, filters, time-series analysis, summary cards and consistent visual styling.</a:t>
            </a:r>
          </a:p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Currency display uses ₹ for presentation; the source dataset does not specify a currency field.</a:t>
            </a:r>
          </a:p>
          <a:p>
            <a:pPr>
              <a:spcAft>
                <a:spcPts val="800"/>
              </a:spcAft>
              <a:defRPr sz="1500" b="0">
                <a:solidFill>
                  <a:srgbClr val="19304D"/>
                </a:solidFill>
              </a:defRPr>
            </a:pPr>
            <a:r>
              <a:t>Important: verify the generated workbook in Tableau Desktop/Tableau Public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